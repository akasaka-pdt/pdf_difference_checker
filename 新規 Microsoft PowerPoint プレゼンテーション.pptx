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2FE704-95AA-EA08-10E6-ABFEB0883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605B2F-23EC-6E8E-779D-1354D35FD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11AC17-06E8-AD6A-E6C2-7E98F62C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28D3-B65C-436E-A9C1-EEDAE57A55A2}" type="datetimeFigureOut">
              <a:rPr kumimoji="1" lang="ja-JP" altLang="en-US" smtClean="0"/>
              <a:t>2024/3/15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3E6C06-7EC8-D08A-3AA2-9409E2CE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9ABBDC-6E41-AD58-97F4-05521B6E3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0B8A-C9D0-43F9-8C50-8B3D2DD552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159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FB6A84-0589-4463-FE23-AAFA84A43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860B70-C9D6-0747-17A0-3B4FF1CA0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2E34D7-B0AB-6E0A-C5AE-5DFD9A78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28D3-B65C-436E-A9C1-EEDAE57A55A2}" type="datetimeFigureOut">
              <a:rPr kumimoji="1" lang="ja-JP" altLang="en-US" smtClean="0"/>
              <a:t>2024/3/15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E0EF21-F03C-4F70-0BBC-D77F626D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7CDB29-5552-D418-A229-0440AB5D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0B8A-C9D0-43F9-8C50-8B3D2DD552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020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F1BE46-0B76-1E56-642E-249C9732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7B7438-5086-B360-BBEE-8B0B57C08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FD4B55-D32F-BC1A-CC15-9613C3C16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28D3-B65C-436E-A9C1-EEDAE57A55A2}" type="datetimeFigureOut">
              <a:rPr kumimoji="1" lang="ja-JP" altLang="en-US" smtClean="0"/>
              <a:t>2024/3/15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9F86F3-DC40-89F1-5429-2C16467E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B0DAC5-5771-0838-3C67-FAFB72D9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0B8A-C9D0-43F9-8C50-8B3D2DD552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73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66EAE4-B4C5-6A7A-2364-9809617EE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4B0291-237B-2B63-3D48-E6C36E883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CD1EA4-80D3-4F3C-EBEA-61D883F55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7B203C-509D-CA11-A6C1-C0EF4E6D7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28D3-B65C-436E-A9C1-EEDAE57A55A2}" type="datetimeFigureOut">
              <a:rPr kumimoji="1" lang="ja-JP" altLang="en-US" smtClean="0"/>
              <a:t>2024/3/15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6740B0-B8B4-8527-8B4A-33ABFA52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EBEEBD-3FB0-A1E8-CB01-F2E15E17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0B8A-C9D0-43F9-8C50-8B3D2DD552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517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1E3B69-56CA-7EB3-8503-8186D4D78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3B25BF-32D7-5D49-001C-8F962BE3D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22E6016-4CC2-BB21-4E41-45687FD92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3DC64FD-58BB-887C-5044-1737218D8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DAE3185-F1D0-D053-C4A3-AABC8637A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0BC1BA6-DEEF-DC81-4B6C-105C66161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28D3-B65C-436E-A9C1-EEDAE57A55A2}" type="datetimeFigureOut">
              <a:rPr kumimoji="1" lang="ja-JP" altLang="en-US" smtClean="0"/>
              <a:t>2024/3/15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841E1C-3281-F234-1607-87C72323F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3AB365B-395D-78D4-0B92-97C65175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0B8A-C9D0-43F9-8C50-8B3D2DD552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541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451F6A-1096-2AB6-5B6F-C77CCEB6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49DC0F1-17C8-1D4D-57A8-21D3CB9F6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28D3-B65C-436E-A9C1-EEDAE57A55A2}" type="datetimeFigureOut">
              <a:rPr kumimoji="1" lang="ja-JP" altLang="en-US" smtClean="0"/>
              <a:t>2024/3/15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502E693-AB97-EBEE-3D0E-B91DE1463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A3F8A5-1E48-00CB-1C6B-EC00AACCF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0B8A-C9D0-43F9-8C50-8B3D2DD552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2227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3BF7311-283A-D33D-0774-1DCEBCB9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28D3-B65C-436E-A9C1-EEDAE57A55A2}" type="datetimeFigureOut">
              <a:rPr kumimoji="1" lang="ja-JP" altLang="en-US" smtClean="0"/>
              <a:t>2024/3/15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8F80421-6AD9-0F5F-36F9-3431E6DF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A4F40B-D1A6-5EEE-C537-907385E9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0B8A-C9D0-43F9-8C50-8B3D2DD552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933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7AFFD9-BB87-C92F-FD68-4F47946F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75A411-F9A7-1E21-79C8-7B62A4C4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5945EE-AB18-626C-170C-7B45C0191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DF2B5A-480E-93C6-365F-06B051C8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28D3-B65C-436E-A9C1-EEDAE57A55A2}" type="datetimeFigureOut">
              <a:rPr kumimoji="1" lang="ja-JP" altLang="en-US" smtClean="0"/>
              <a:t>2024/3/15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82DDAB-B6CC-F5E7-B4D1-2893BE40A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D33F1F-70BA-84A4-E898-81180AF5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0B8A-C9D0-43F9-8C50-8B3D2DD552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65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C784E-5426-D4EB-E2DF-AABC6C222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7EC2182-9BBB-8930-8D55-C8242F42BB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AF9234-ECEF-2B2D-C2F7-6D617D15B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BB9AEB-CFE0-D531-54A7-21EE5B825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28D3-B65C-436E-A9C1-EEDAE57A55A2}" type="datetimeFigureOut">
              <a:rPr kumimoji="1" lang="ja-JP" altLang="en-US" smtClean="0"/>
              <a:t>2024/3/15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8F3F0C-9E3D-84C5-7375-24AC93263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8AD54A6-3BAC-B148-079F-32009B8A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0B8A-C9D0-43F9-8C50-8B3D2DD552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0355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5A5168-63A4-5597-3BB1-705447FE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F39A44-5536-A292-3786-A4E95B4E8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2E9C56-05CE-A08F-5464-0B210EA0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28D3-B65C-436E-A9C1-EEDAE57A55A2}" type="datetimeFigureOut">
              <a:rPr kumimoji="1" lang="ja-JP" altLang="en-US" smtClean="0"/>
              <a:t>2024/3/15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F30601-308A-3C75-F3F9-14374E7D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13EB42-C387-F267-894D-C949D2DED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0B8A-C9D0-43F9-8C50-8B3D2DD552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596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D0F68C5-8A7F-9057-B56E-E8AA170A5F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DDBE54-884E-568C-B860-E3D2AEFFF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548D42-E723-0288-0708-7412D4166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28D3-B65C-436E-A9C1-EEDAE57A55A2}" type="datetimeFigureOut">
              <a:rPr kumimoji="1" lang="ja-JP" altLang="en-US" smtClean="0"/>
              <a:t>2024/3/15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275FC1-255E-425D-0984-011A6A86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F78088-4DDB-315D-0518-52B873CD0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D0B8A-C9D0-43F9-8C50-8B3D2DD552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7664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0BE65A-8F08-70F9-3F1F-260CAF02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43294C-C653-0D67-05F0-C004193C1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B4AD62-BDD6-E44B-D942-4FFB05E70E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528D3-B65C-436E-A9C1-EEDAE57A55A2}" type="datetimeFigureOut">
              <a:rPr kumimoji="1" lang="ja-JP" altLang="en-US" smtClean="0"/>
              <a:t>2024/3/15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39E4A0-0218-02D9-D061-F4505D81E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4CD34F-5090-E3BA-5B19-BE426C477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D0B8A-C9D0-43F9-8C50-8B3D2DD552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496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13A3B2-6B9B-58B1-404B-6D85A8458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4E50552-D588-D260-FAD9-F7C50AE92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10328E0-CB12-1847-EF12-D6E93DC95EEF}"/>
              </a:ext>
            </a:extLst>
          </p:cNvPr>
          <p:cNvSpPr/>
          <p:nvPr/>
        </p:nvSpPr>
        <p:spPr>
          <a:xfrm>
            <a:off x="2190108" y="842482"/>
            <a:ext cx="7993294" cy="4674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こんにちは！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88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赤坂 尚隼（ＰＤＴ）（数学）</dc:creator>
  <cp:lastModifiedBy>赤坂 尚隼（ＰＤＴ）（数学）</cp:lastModifiedBy>
  <cp:revision>1</cp:revision>
  <dcterms:created xsi:type="dcterms:W3CDTF">2024-03-15T06:17:40Z</dcterms:created>
  <dcterms:modified xsi:type="dcterms:W3CDTF">2024-03-15T06:18:17Z</dcterms:modified>
</cp:coreProperties>
</file>