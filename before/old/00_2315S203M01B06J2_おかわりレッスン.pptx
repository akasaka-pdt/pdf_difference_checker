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photoAlbum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2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174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5246"/>
            <a:ext cx="2057400" cy="365125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手順</a:t>
            </a:r>
            <a:fld id="{34644F80-E115-4354-96E9-066FAE85D724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04256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3C18D-076E-4435-A4EE-72CEEF81FD78}" type="datetimeFigureOut">
              <a:rPr kumimoji="1" lang="ja-JP" altLang="en-US" smtClean="0"/>
              <a:t>2023/11/30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102DC-D6AE-4F79-9655-D2C55A8CC5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9590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71B6ECB-A6D8-4084-A66C-CFB378C41D1E}"/>
              </a:ext>
            </a:extLst>
          </p:cNvPr>
          <p:cNvSpPr txBox="1">
            <a:spLocks/>
          </p:cNvSpPr>
          <p:nvPr userDrawn="1"/>
        </p:nvSpPr>
        <p:spPr>
          <a:xfrm>
            <a:off x="0" y="5246"/>
            <a:ext cx="2057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/>
              <a:t>手順</a:t>
            </a:r>
            <a:fld id="{34644F80-E115-4354-96E9-066FAE85D724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06647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0A5C714-8314-223B-108A-A2A73F1A2077}"/>
              </a:ext>
            </a:extLst>
          </p:cNvPr>
          <p:cNvSpPr/>
          <p:nvPr/>
        </p:nvSpPr>
        <p:spPr>
          <a:xfrm>
            <a:off x="0" y="0"/>
            <a:ext cx="947854" cy="501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7484891-E727-849E-CACE-81C22B7734BA}"/>
              </a:ext>
            </a:extLst>
          </p:cNvPr>
          <p:cNvSpPr txBox="1"/>
          <p:nvPr/>
        </p:nvSpPr>
        <p:spPr>
          <a:xfrm>
            <a:off x="0" y="319816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0" i="0" dirty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2315S203M01B06J2_</a:t>
            </a:r>
            <a:r>
              <a:rPr lang="ja-JP" altLang="en-US" sz="2400" b="0" i="0" dirty="0">
                <a:solidFill>
                  <a:srgbClr val="0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おかわりレッスン</a:t>
            </a:r>
            <a:endParaRPr kumimoji="1" lang="ja-JP" altLang="en-US" sz="24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4075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0">
            <a:extLst>
              <a:ext uri="{FF2B5EF4-FFF2-40B4-BE49-F238E27FC236}">
                <a16:creationId xmlns:a16="http://schemas.microsoft.com/office/drawing/2014/main" id="{948C4FB9-D77F-4113-1340-51B60C61F20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914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1">
            <a:extLst>
              <a:ext uri="{FF2B5EF4-FFF2-40B4-BE49-F238E27FC236}">
                <a16:creationId xmlns:a16="http://schemas.microsoft.com/office/drawing/2014/main" id="{C327C5F5-CE0A-3574-D006-3BDC47BD49C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F0C020C-1C5D-1164-0982-AA78BBFAD514}"/>
              </a:ext>
            </a:extLst>
          </p:cNvPr>
          <p:cNvSpPr/>
          <p:nvPr/>
        </p:nvSpPr>
        <p:spPr>
          <a:xfrm>
            <a:off x="73819" y="434897"/>
            <a:ext cx="1911098" cy="345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ヒント画面</a:t>
            </a:r>
          </a:p>
        </p:txBody>
      </p:sp>
    </p:spTree>
    <p:extLst>
      <p:ext uri="{BB962C8B-B14F-4D97-AF65-F5344CB8AC3E}">
        <p14:creationId xmlns:p14="http://schemas.microsoft.com/office/powerpoint/2010/main" val="3806557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2">
            <a:extLst>
              <a:ext uri="{FF2B5EF4-FFF2-40B4-BE49-F238E27FC236}">
                <a16:creationId xmlns:a16="http://schemas.microsoft.com/office/drawing/2014/main" id="{18C37F05-BAC0-46D5-2B5B-BE826179831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32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3">
            <a:extLst>
              <a:ext uri="{FF2B5EF4-FFF2-40B4-BE49-F238E27FC236}">
                <a16:creationId xmlns:a16="http://schemas.microsoft.com/office/drawing/2014/main" id="{ACBD4033-735B-CADB-AF63-9384F7C93E8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794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4">
            <a:extLst>
              <a:ext uri="{FF2B5EF4-FFF2-40B4-BE49-F238E27FC236}">
                <a16:creationId xmlns:a16="http://schemas.microsoft.com/office/drawing/2014/main" id="{95BF2475-4A41-E22E-48D6-C258D87BDB6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10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5">
            <a:extLst>
              <a:ext uri="{FF2B5EF4-FFF2-40B4-BE49-F238E27FC236}">
                <a16:creationId xmlns:a16="http://schemas.microsoft.com/office/drawing/2014/main" id="{44DE5C91-1C5B-D033-F76E-4DF247F4082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232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6">
            <a:extLst>
              <a:ext uri="{FF2B5EF4-FFF2-40B4-BE49-F238E27FC236}">
                <a16:creationId xmlns:a16="http://schemas.microsoft.com/office/drawing/2014/main" id="{D7AEEC82-7ABF-3E7A-55ED-D0B2ADD58D8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87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7">
            <a:extLst>
              <a:ext uri="{FF2B5EF4-FFF2-40B4-BE49-F238E27FC236}">
                <a16:creationId xmlns:a16="http://schemas.microsoft.com/office/drawing/2014/main" id="{E64889A4-3FC3-D2F3-8FCD-78C3E9F3E29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58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8">
            <a:extLst>
              <a:ext uri="{FF2B5EF4-FFF2-40B4-BE49-F238E27FC236}">
                <a16:creationId xmlns:a16="http://schemas.microsoft.com/office/drawing/2014/main" id="{07691A40-C68A-6CFD-5B09-06EAD44ED43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37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09">
            <a:extLst>
              <a:ext uri="{FF2B5EF4-FFF2-40B4-BE49-F238E27FC236}">
                <a16:creationId xmlns:a16="http://schemas.microsoft.com/office/drawing/2014/main" id="{0178BD7D-DC5D-1A5F-6304-F1821A453AF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77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0">
            <a:extLst>
              <a:ext uri="{FF2B5EF4-FFF2-40B4-BE49-F238E27FC236}">
                <a16:creationId xmlns:a16="http://schemas.microsoft.com/office/drawing/2014/main" id="{FB0A9DB5-ECEF-A4B7-420D-58D435B0717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92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1">
            <a:extLst>
              <a:ext uri="{FF2B5EF4-FFF2-40B4-BE49-F238E27FC236}">
                <a16:creationId xmlns:a16="http://schemas.microsoft.com/office/drawing/2014/main" id="{1ACCE5F5-16E4-4F2B-161D-2F36909F008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72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2">
            <a:extLst>
              <a:ext uri="{FF2B5EF4-FFF2-40B4-BE49-F238E27FC236}">
                <a16:creationId xmlns:a16="http://schemas.microsoft.com/office/drawing/2014/main" id="{5F1636DF-2486-30BD-0F04-1D58A7B4856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628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3">
            <a:extLst>
              <a:ext uri="{FF2B5EF4-FFF2-40B4-BE49-F238E27FC236}">
                <a16:creationId xmlns:a16="http://schemas.microsoft.com/office/drawing/2014/main" id="{257D85CD-BBC7-EDAB-7052-A5662F06A11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874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4">
            <a:extLst>
              <a:ext uri="{FF2B5EF4-FFF2-40B4-BE49-F238E27FC236}">
                <a16:creationId xmlns:a16="http://schemas.microsoft.com/office/drawing/2014/main" id="{E9A3F570-CA9C-9912-16CB-EA2DE848C56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601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5">
            <a:extLst>
              <a:ext uri="{FF2B5EF4-FFF2-40B4-BE49-F238E27FC236}">
                <a16:creationId xmlns:a16="http://schemas.microsoft.com/office/drawing/2014/main" id="{DA03D6F4-744E-657A-7AD3-37BA538FE60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8ACDF09-2832-AB10-0EE1-8C8E05154979}"/>
              </a:ext>
            </a:extLst>
          </p:cNvPr>
          <p:cNvSpPr/>
          <p:nvPr/>
        </p:nvSpPr>
        <p:spPr>
          <a:xfrm>
            <a:off x="73819" y="434897"/>
            <a:ext cx="1911098" cy="345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ヒント画面</a:t>
            </a:r>
          </a:p>
        </p:txBody>
      </p:sp>
    </p:spTree>
    <p:extLst>
      <p:ext uri="{BB962C8B-B14F-4D97-AF65-F5344CB8AC3E}">
        <p14:creationId xmlns:p14="http://schemas.microsoft.com/office/powerpoint/2010/main" val="3673747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6">
            <a:extLst>
              <a:ext uri="{FF2B5EF4-FFF2-40B4-BE49-F238E27FC236}">
                <a16:creationId xmlns:a16="http://schemas.microsoft.com/office/drawing/2014/main" id="{0C339650-598E-0392-38D7-EAC06983DD4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20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7">
            <a:extLst>
              <a:ext uri="{FF2B5EF4-FFF2-40B4-BE49-F238E27FC236}">
                <a16:creationId xmlns:a16="http://schemas.microsoft.com/office/drawing/2014/main" id="{4E37A653-60C0-77C6-1F43-F3970F82D70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6510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8">
            <a:extLst>
              <a:ext uri="{FF2B5EF4-FFF2-40B4-BE49-F238E27FC236}">
                <a16:creationId xmlns:a16="http://schemas.microsoft.com/office/drawing/2014/main" id="{637A98DD-CB40-0DAC-8E91-16E13C9C6E3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46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19">
            <a:extLst>
              <a:ext uri="{FF2B5EF4-FFF2-40B4-BE49-F238E27FC236}">
                <a16:creationId xmlns:a16="http://schemas.microsoft.com/office/drawing/2014/main" id="{E3E0CC5D-7A87-A2DD-524A-62475BD9729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4F40D8D-970D-9FCF-5025-E8D17366759B}"/>
              </a:ext>
            </a:extLst>
          </p:cNvPr>
          <p:cNvSpPr/>
          <p:nvPr/>
        </p:nvSpPr>
        <p:spPr>
          <a:xfrm>
            <a:off x="73819" y="434897"/>
            <a:ext cx="1911098" cy="345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ヒント画面</a:t>
            </a:r>
          </a:p>
        </p:txBody>
      </p:sp>
    </p:spTree>
    <p:extLst>
      <p:ext uri="{BB962C8B-B14F-4D97-AF65-F5344CB8AC3E}">
        <p14:creationId xmlns:p14="http://schemas.microsoft.com/office/powerpoint/2010/main" val="2251425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20">
            <a:extLst>
              <a:ext uri="{FF2B5EF4-FFF2-40B4-BE49-F238E27FC236}">
                <a16:creationId xmlns:a16="http://schemas.microsoft.com/office/drawing/2014/main" id="{E4320B8B-057A-F858-E6D7-1F47EADE876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07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21">
            <a:extLst>
              <a:ext uri="{FF2B5EF4-FFF2-40B4-BE49-F238E27FC236}">
                <a16:creationId xmlns:a16="http://schemas.microsoft.com/office/drawing/2014/main" id="{30F56D03-8327-B38D-896C-1EEC19C0B2C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17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22">
            <a:extLst>
              <a:ext uri="{FF2B5EF4-FFF2-40B4-BE49-F238E27FC236}">
                <a16:creationId xmlns:a16="http://schemas.microsoft.com/office/drawing/2014/main" id="{2A188792-D400-8DDA-9220-79957E36B31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69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23">
            <a:extLst>
              <a:ext uri="{FF2B5EF4-FFF2-40B4-BE49-F238E27FC236}">
                <a16:creationId xmlns:a16="http://schemas.microsoft.com/office/drawing/2014/main" id="{2F43BF91-AB67-B627-4365-BD0FD6FB163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5C8843D-6331-FDE6-A6C2-005F29177982}"/>
              </a:ext>
            </a:extLst>
          </p:cNvPr>
          <p:cNvSpPr/>
          <p:nvPr/>
        </p:nvSpPr>
        <p:spPr>
          <a:xfrm>
            <a:off x="73819" y="434897"/>
            <a:ext cx="1911098" cy="345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ヒント画面</a:t>
            </a:r>
          </a:p>
        </p:txBody>
      </p:sp>
    </p:spTree>
    <p:extLst>
      <p:ext uri="{BB962C8B-B14F-4D97-AF65-F5344CB8AC3E}">
        <p14:creationId xmlns:p14="http://schemas.microsoft.com/office/powerpoint/2010/main" val="2677124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24">
            <a:extLst>
              <a:ext uri="{FF2B5EF4-FFF2-40B4-BE49-F238E27FC236}">
                <a16:creationId xmlns:a16="http://schemas.microsoft.com/office/drawing/2014/main" id="{C2AE154B-27A9-3AC7-2942-E4C301EC170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070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25">
            <a:extLst>
              <a:ext uri="{FF2B5EF4-FFF2-40B4-BE49-F238E27FC236}">
                <a16:creationId xmlns:a16="http://schemas.microsoft.com/office/drawing/2014/main" id="{C5967109-BAF9-C718-4DE6-7196D0E90E1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11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26">
            <a:extLst>
              <a:ext uri="{FF2B5EF4-FFF2-40B4-BE49-F238E27FC236}">
                <a16:creationId xmlns:a16="http://schemas.microsoft.com/office/drawing/2014/main" id="{DE40FACA-27D2-D127-BE56-D67ECFAC03A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46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27">
            <a:extLst>
              <a:ext uri="{FF2B5EF4-FFF2-40B4-BE49-F238E27FC236}">
                <a16:creationId xmlns:a16="http://schemas.microsoft.com/office/drawing/2014/main" id="{FEE88D2E-7D19-5C19-CF19-89867C67FCB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9D361ED-25B4-5236-F7CD-F7019334FB06}"/>
              </a:ext>
            </a:extLst>
          </p:cNvPr>
          <p:cNvSpPr/>
          <p:nvPr/>
        </p:nvSpPr>
        <p:spPr>
          <a:xfrm>
            <a:off x="73819" y="434897"/>
            <a:ext cx="1911098" cy="345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ヒント画面</a:t>
            </a:r>
          </a:p>
        </p:txBody>
      </p:sp>
    </p:spTree>
    <p:extLst>
      <p:ext uri="{BB962C8B-B14F-4D97-AF65-F5344CB8AC3E}">
        <p14:creationId xmlns:p14="http://schemas.microsoft.com/office/powerpoint/2010/main" val="2057879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WS000028">
            <a:extLst>
              <a:ext uri="{FF2B5EF4-FFF2-40B4-BE49-F238E27FC236}">
                <a16:creationId xmlns:a16="http://schemas.microsoft.com/office/drawing/2014/main" id="{BD86D48A-0E02-19DD-4E72-9576C4C13AB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9" y="857250"/>
            <a:ext cx="89963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30727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14</Words>
  <Application>Microsoft Office PowerPoint</Application>
  <PresentationFormat>画面に合わせる (4:3)</PresentationFormat>
  <Paragraphs>6</Paragraphs>
  <Slides>30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5" baseType="lpstr">
      <vt:lpstr>游ゴシック</vt:lpstr>
      <vt:lpstr>Arial</vt:lpstr>
      <vt:lpstr>Calibri</vt:lpstr>
      <vt:lpstr>Calibri Light</vt:lpstr>
      <vt:lpstr>1_Office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三井 義人</dc:creator>
  <cp:lastModifiedBy>三井 義人</cp:lastModifiedBy>
  <cp:revision>1</cp:revision>
  <dcterms:created xsi:type="dcterms:W3CDTF">2023-11-30T07:23:35Z</dcterms:created>
  <dcterms:modified xsi:type="dcterms:W3CDTF">2023-11-30T07:26:39Z</dcterms:modified>
</cp:coreProperties>
</file>