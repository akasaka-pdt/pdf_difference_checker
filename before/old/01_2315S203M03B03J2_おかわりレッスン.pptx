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32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5246"/>
            <a:ext cx="2057400" cy="365125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手順</a:t>
            </a:r>
            <a:fld id="{34644F80-E115-4354-96E9-066FAE85D724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771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312F-27F7-43B5-BA49-ACF099B4D04F}" type="datetimeFigureOut">
              <a:rPr kumimoji="1" lang="ja-JP" altLang="en-US" smtClean="0"/>
              <a:t>2023/11/30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D1E5-E34A-4F6A-A0A1-E7C5945D14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62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1B6ECB-A6D8-4084-A66C-CFB378C41D1E}"/>
              </a:ext>
            </a:extLst>
          </p:cNvPr>
          <p:cNvSpPr txBox="1">
            <a:spLocks/>
          </p:cNvSpPr>
          <p:nvPr userDrawn="1"/>
        </p:nvSpPr>
        <p:spPr>
          <a:xfrm>
            <a:off x="0" y="5246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/>
              <a:t>手順</a:t>
            </a:r>
            <a:fld id="{34644F80-E115-4354-96E9-066FAE85D724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895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28280A7-0C08-C8D2-8CA7-883B880AA771}"/>
              </a:ext>
            </a:extLst>
          </p:cNvPr>
          <p:cNvSpPr/>
          <p:nvPr/>
        </p:nvSpPr>
        <p:spPr>
          <a:xfrm>
            <a:off x="0" y="0"/>
            <a:ext cx="992459" cy="546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F826F3-35C4-B4B8-00F7-55BEBE97BCA8}"/>
              </a:ext>
            </a:extLst>
          </p:cNvPr>
          <p:cNvSpPr txBox="1"/>
          <p:nvPr/>
        </p:nvSpPr>
        <p:spPr>
          <a:xfrm>
            <a:off x="0" y="319816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0" i="0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2315S203M03B03J2_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おかわりレッスン</a:t>
            </a:r>
            <a:endParaRPr kumimoji="1" lang="ja-JP" altLang="en-US" sz="24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765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0">
            <a:extLst>
              <a:ext uri="{FF2B5EF4-FFF2-40B4-BE49-F238E27FC236}">
                <a16:creationId xmlns:a16="http://schemas.microsoft.com/office/drawing/2014/main" id="{76E0EE9C-BB53-B3AA-C7C1-1504F25F88F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3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1">
            <a:extLst>
              <a:ext uri="{FF2B5EF4-FFF2-40B4-BE49-F238E27FC236}">
                <a16:creationId xmlns:a16="http://schemas.microsoft.com/office/drawing/2014/main" id="{56BA117E-EBDF-8BE3-411D-6FC5911F61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2">
            <a:extLst>
              <a:ext uri="{FF2B5EF4-FFF2-40B4-BE49-F238E27FC236}">
                <a16:creationId xmlns:a16="http://schemas.microsoft.com/office/drawing/2014/main" id="{C6813C7E-EF0D-7057-B238-87AF994BF10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7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3">
            <a:extLst>
              <a:ext uri="{FF2B5EF4-FFF2-40B4-BE49-F238E27FC236}">
                <a16:creationId xmlns:a16="http://schemas.microsoft.com/office/drawing/2014/main" id="{00292095-F010-3C04-76A7-3C007A5A470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1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4">
            <a:extLst>
              <a:ext uri="{FF2B5EF4-FFF2-40B4-BE49-F238E27FC236}">
                <a16:creationId xmlns:a16="http://schemas.microsoft.com/office/drawing/2014/main" id="{4B121076-A92B-45D6-E1B9-100260951F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0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5">
            <a:extLst>
              <a:ext uri="{FF2B5EF4-FFF2-40B4-BE49-F238E27FC236}">
                <a16:creationId xmlns:a16="http://schemas.microsoft.com/office/drawing/2014/main" id="{53ECA78D-6146-1CED-9F9C-484AD9B880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87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6">
            <a:extLst>
              <a:ext uri="{FF2B5EF4-FFF2-40B4-BE49-F238E27FC236}">
                <a16:creationId xmlns:a16="http://schemas.microsoft.com/office/drawing/2014/main" id="{130A09E4-22C9-5AF6-3628-A5F66D83B56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8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7">
            <a:extLst>
              <a:ext uri="{FF2B5EF4-FFF2-40B4-BE49-F238E27FC236}">
                <a16:creationId xmlns:a16="http://schemas.microsoft.com/office/drawing/2014/main" id="{E3C5D580-71DB-B857-7FE7-1217580862D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5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8">
            <a:extLst>
              <a:ext uri="{FF2B5EF4-FFF2-40B4-BE49-F238E27FC236}">
                <a16:creationId xmlns:a16="http://schemas.microsoft.com/office/drawing/2014/main" id="{62779C5D-41D6-FE01-3423-9CC7F74AE4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9">
            <a:extLst>
              <a:ext uri="{FF2B5EF4-FFF2-40B4-BE49-F238E27FC236}">
                <a16:creationId xmlns:a16="http://schemas.microsoft.com/office/drawing/2014/main" id="{C803A080-BA1E-2ECD-22F2-D3E97A950D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17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0">
            <a:extLst>
              <a:ext uri="{FF2B5EF4-FFF2-40B4-BE49-F238E27FC236}">
                <a16:creationId xmlns:a16="http://schemas.microsoft.com/office/drawing/2014/main" id="{EE86195C-1704-3DAF-4961-25EC7CB37AC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0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1">
            <a:extLst>
              <a:ext uri="{FF2B5EF4-FFF2-40B4-BE49-F238E27FC236}">
                <a16:creationId xmlns:a16="http://schemas.microsoft.com/office/drawing/2014/main" id="{93CD2B12-2800-284A-FBAC-B8B52FFE654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7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2">
            <a:extLst>
              <a:ext uri="{FF2B5EF4-FFF2-40B4-BE49-F238E27FC236}">
                <a16:creationId xmlns:a16="http://schemas.microsoft.com/office/drawing/2014/main" id="{5F75C16C-CD65-DB8A-DB4D-0C414B5BA43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17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3">
            <a:extLst>
              <a:ext uri="{FF2B5EF4-FFF2-40B4-BE49-F238E27FC236}">
                <a16:creationId xmlns:a16="http://schemas.microsoft.com/office/drawing/2014/main" id="{934288D7-5BED-92D9-50EA-B02B981E8A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30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4">
            <a:extLst>
              <a:ext uri="{FF2B5EF4-FFF2-40B4-BE49-F238E27FC236}">
                <a16:creationId xmlns:a16="http://schemas.microsoft.com/office/drawing/2014/main" id="{3A896AE8-6DCC-BAD6-C98F-07B1098DA1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35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5">
            <a:extLst>
              <a:ext uri="{FF2B5EF4-FFF2-40B4-BE49-F238E27FC236}">
                <a16:creationId xmlns:a16="http://schemas.microsoft.com/office/drawing/2014/main" id="{4F3F69AF-1AAE-FFD9-515E-356DC9CD39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2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6">
            <a:extLst>
              <a:ext uri="{FF2B5EF4-FFF2-40B4-BE49-F238E27FC236}">
                <a16:creationId xmlns:a16="http://schemas.microsoft.com/office/drawing/2014/main" id="{D4A05FF9-F0AE-D7F1-C050-696991B7D2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75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7">
            <a:extLst>
              <a:ext uri="{FF2B5EF4-FFF2-40B4-BE49-F238E27FC236}">
                <a16:creationId xmlns:a16="http://schemas.microsoft.com/office/drawing/2014/main" id="{1E8D26B4-92B8-2670-DC17-BBDAFAA4EB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174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</Words>
  <Application>Microsoft Office PowerPoint</Application>
  <PresentationFormat>画面に合わせる (4:3)</PresentationFormat>
  <Paragraphs>1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游ゴシック</vt:lpstr>
      <vt:lpstr>Arial</vt:lpstr>
      <vt:lpstr>Calibri</vt:lpstr>
      <vt:lpstr>Calibri Light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三井 義人</dc:creator>
  <cp:lastModifiedBy>三井 義人</cp:lastModifiedBy>
  <cp:revision>1</cp:revision>
  <dcterms:created xsi:type="dcterms:W3CDTF">2023-11-30T07:29:58Z</dcterms:created>
  <dcterms:modified xsi:type="dcterms:W3CDTF">2023-11-30T07:31:56Z</dcterms:modified>
</cp:coreProperties>
</file>